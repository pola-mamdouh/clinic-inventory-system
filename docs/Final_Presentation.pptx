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822960"/>
            <a:ext cx="731520" cy="731520"/>
          </a:xfrm>
          <a:prstGeom prst="ellipse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MediCore ERP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32004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Management System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Lab  —  Final Project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5303520" cy="36576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43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github.com/pola-Mamdouh/clinic-inventory-system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303520" cy="54864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88136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Mini ERP system for clinic management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5303520" cy="54864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09928"/>
            <a:ext cx="64008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46504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integrated modules that exchange data in real-time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5303520" cy="54864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68296"/>
            <a:ext cx="64008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04872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A: Patient &amp; Clinic Management  (Receptionist + Doctor)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5303520" cy="54864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26664"/>
            <a:ext cx="64008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6324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B: Medical Inventory Management  (Inventory Manager)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834640" cy="2057400"/>
          </a:xfrm>
          <a:prstGeom prst="rect">
            <a:avLst/>
          </a:prstGeom>
          <a:solidFill>
            <a:srgbClr val="0D332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51560"/>
            <a:ext cx="2834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143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doctor records used supplies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20848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auto-updates via atomic transaction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531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48840" y="4526280"/>
            <a:ext cx="18288" cy="2286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44531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94760" y="4526280"/>
            <a:ext cx="18288" cy="2286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44531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40680" y="4526280"/>
            <a:ext cx="18288" cy="2286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44531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86600" y="4526280"/>
            <a:ext cx="18288" cy="2286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44531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411480"/>
          </a:xfrm>
          <a:prstGeom prst="rect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977640" cy="3200400"/>
          </a:xfrm>
          <a:prstGeom prst="rect">
            <a:avLst/>
          </a:prstGeom>
          <a:solidFill>
            <a:srgbClr val="1A0808"/>
          </a:solidFill>
          <a:ln w="12700">
            <a:solidFill>
              <a:srgbClr val="3B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inventory tracking causes errors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Doctors record supplies separately from inventory updates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real-time connection between clinical workflow and stock levels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Risk of running out of critical medicines unnoticed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4340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3977640" cy="411480"/>
          </a:xfrm>
          <a:prstGeom prst="rect">
            <a:avLst/>
          </a:prstGeom>
          <a:solidFill>
            <a:srgbClr val="0A2E2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05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3977640" cy="3200400"/>
          </a:xfrm>
          <a:prstGeom prst="rect">
            <a:avLst/>
          </a:prstGeom>
          <a:solidFill>
            <a:srgbClr val="071A17"/>
          </a:solidFill>
          <a:ln w="12700">
            <a:solidFill>
              <a:srgbClr val="0A2E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Unified ERP platform connecting both modules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Doctor selects supplies during examination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System automatically decrements inventory (atomic transaction)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Low-stock alerts prevent supply shortages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3 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566160"/>
          </a:xfrm>
          <a:prstGeom prst="rect">
            <a:avLst/>
          </a:prstGeom>
          <a:solidFill>
            <a:srgbClr val="071B26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411480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Presentation Layer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19 + Vite SPA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 styling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Router DOM v7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Lucide React icons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Deployed on Vercel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06040" cy="3566160"/>
          </a:xfrm>
          <a:prstGeom prst="rect">
            <a:avLst/>
          </a:prstGeom>
          <a:solidFill>
            <a:srgbClr val="071A1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06040" cy="411480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875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Application Layer (BaaS)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10128" y="146304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Authentication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Firestore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runTransaction() for atomic updates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custom backend required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06040" cy="3566160"/>
          </a:xfrm>
          <a:prstGeom prst="rect">
            <a:avLst/>
          </a:prstGeom>
          <a:solidFill>
            <a:srgbClr val="1A120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2606040" cy="41148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875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Data Layer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44768" y="146304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collection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patients collection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appointments collection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collection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examinations collection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BaaS eliminates the need for a separate backend server — reducing infrastructure complexity and cost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One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886200"/>
          </a:xfrm>
          <a:prstGeom prst="rect">
            <a:avLst/>
          </a:prstGeom>
          <a:solidFill>
            <a:srgbClr val="150D2B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640080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2423160" cy="32004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•  Patients  •  Appointments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Register patients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Book appointments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Manage scheduling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 today's schedule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06040" cy="3886200"/>
          </a:xfrm>
          <a:prstGeom prst="rect">
            <a:avLst/>
          </a:prstGeom>
          <a:solidFill>
            <a:srgbClr val="071A1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06040" cy="640080"/>
          </a:xfrm>
          <a:prstGeom prst="rect">
            <a:avLst/>
          </a:prstGeom>
          <a:solidFill>
            <a:srgbClr val="14B8A6">
              <a:alpha val="7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9875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91840" y="1719072"/>
            <a:ext cx="2423160" cy="320040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7190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•  My Appointments  •  Examine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214884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 appointment schedule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Conduct examinations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Record diagnoses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Select used supplies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606040" cy="3886200"/>
          </a:xfrm>
          <a:prstGeom prst="rect">
            <a:avLst/>
          </a:prstGeom>
          <a:solidFill>
            <a:srgbClr val="1A120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960120"/>
            <a:ext cx="2606040" cy="6400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9875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26480" y="1719072"/>
            <a:ext cx="242316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7190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•  Inventory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72200" y="214884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Manage stock items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alert thresholds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Monitor supply levels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Add/edit inventory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login page, role-specific dashboard — each user sees only what they need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— Patient &amp; Clinic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1188720"/>
          </a:xfrm>
          <a:prstGeom prst="rect">
            <a:avLst/>
          </a:prstGeom>
          <a:solidFill>
            <a:srgbClr val="0F284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64008" cy="1188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789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444752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patient profiles: name, contact, DOB, blood type, allergies
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search by name / email / phone
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Stats bar: Total | Male | Female | Added Today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22576"/>
            <a:ext cx="8412480" cy="1188720"/>
          </a:xfrm>
          <a:prstGeom prst="rect">
            <a:avLst/>
          </a:prstGeom>
          <a:solidFill>
            <a:srgbClr val="0F284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22576"/>
            <a:ext cx="64008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74320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Link patient to doctor with date, time, reason
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Priority levels: Normal / Urgent / Emergency
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Status: Scheduled → In-Progress → Completed / Cancelled
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Today's appointments highlighted with teal border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21024"/>
            <a:ext cx="8412480" cy="1188720"/>
          </a:xfrm>
          <a:prstGeom prst="rect">
            <a:avLst/>
          </a:prstGeom>
          <a:solidFill>
            <a:srgbClr val="0F284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621024"/>
            <a:ext cx="64008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675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Examination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404164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Record diagnosis, prescription, and notes
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Supply selector with +/− quantity controls
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Atomic transaction triggered on completion
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Success animation after commit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 — Medical Inventory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029200" cy="50292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0704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medicines and supplies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5029200" cy="50292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1848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55064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Medicine | Surgical | Diagnostic | Consumable | Equipment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5029200" cy="50292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1284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9424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low-stock threshold setting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807208"/>
            <a:ext cx="5029200" cy="50292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072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43784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columns: name, quantity, price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5029200" cy="50292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0156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38144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 tabs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995928"/>
            <a:ext cx="5029200" cy="50292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9592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32504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inventory value calculation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23560" y="1024128"/>
            <a:ext cx="3154680" cy="3840480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10515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 Indicators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150876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500mg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15000" y="1755648"/>
            <a:ext cx="2560320" cy="18288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15000" y="1755648"/>
            <a:ext cx="2048256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172821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21488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Ibuprofen 400mg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2395728"/>
            <a:ext cx="2560320" cy="18288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2395728"/>
            <a:ext cx="128016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236829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15000" y="278892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Gloves 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3035808"/>
            <a:ext cx="2560320" cy="18288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3035808"/>
            <a:ext cx="1024128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300837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15000" y="342900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Amoxicillin 250mg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15000" y="3675888"/>
            <a:ext cx="2560320" cy="18288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15000" y="3675888"/>
            <a:ext cx="384048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02752" y="364845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15000" y="406908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Cannula 18G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15000" y="4315968"/>
            <a:ext cx="2560320" cy="18288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15000" y="4315968"/>
            <a:ext cx="18288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02752" y="428853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2A1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Warning banner shown when any item falls below its threshold — amber alert across all views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ERP Integration — Atomic Transaction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996696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96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36576" cy="246888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9966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opens Examination Modal → selects 2x Paracetamol + 1x Surgical Gloves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36576" cy="246888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6824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"Complete Examination"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368296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61488"/>
            <a:ext cx="36576" cy="246888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3682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runTransaction() fires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3054096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47288"/>
            <a:ext cx="36576" cy="246888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0540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current quantity of ALL selected items (within transaction)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3739896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37398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Validates: does each item have enough stock?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" y="4434840"/>
            <a:ext cx="2560320" cy="548640"/>
          </a:xfrm>
          <a:prstGeom prst="rect">
            <a:avLst/>
          </a:prstGeom>
          <a:solidFill>
            <a:srgbClr val="071A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434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 SUCCESS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items decremented → Exam saved → Appointment Completed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35808" y="4434840"/>
            <a:ext cx="2423160" cy="54864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4434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 FAILURE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stock → Transaction ROLLED BACK → Nothing changes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960120"/>
            <a:ext cx="3246120" cy="3200400"/>
          </a:xfrm>
          <a:prstGeom prst="rect">
            <a:avLst/>
          </a:prstGeom>
          <a:solidFill>
            <a:srgbClr val="060E1A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10241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consumeInventoryItems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1389888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runTransaction(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db, async (tx)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Read all items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snaps = await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Promise.all(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refs.map(r =&gt; tx.get(r))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Validate each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snaps.forEach((snap, i)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(qty &lt; needed)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Error();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tx.update(ref, {qty});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23560" y="4233672"/>
            <a:ext cx="3246120" cy="749808"/>
          </a:xfrm>
          <a:prstGeom prst="rect">
            <a:avLst/>
          </a:prstGeom>
          <a:solidFill>
            <a:srgbClr val="0A2E2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4233672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 guarantee: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inventory updates ever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1828800"/>
          </a:xfrm>
          <a:prstGeom prst="rect">
            <a:avLst/>
          </a:prstGeom>
          <a:solidFill>
            <a:srgbClr val="0F284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347472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card, demo quick-fill buttons, role-colored sign-in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06040" cy="1828800"/>
          </a:xfrm>
          <a:prstGeom prst="rect">
            <a:avLst/>
          </a:prstGeom>
          <a:solidFill>
            <a:srgbClr val="0F284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06040" cy="347472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10424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4475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cards (Patients/Appts/Inventory/Low Stock) + Today's schedule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06040" cy="1828800"/>
          </a:xfrm>
          <a:prstGeom prst="rect">
            <a:avLst/>
          </a:prstGeom>
          <a:solidFill>
            <a:srgbClr val="0F284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0424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44475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table with avatar initials, blood type badges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606040" cy="1828800"/>
          </a:xfrm>
          <a:prstGeom prst="rect">
            <a:avLst/>
          </a:prstGeom>
          <a:solidFill>
            <a:srgbClr val="0F284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17520"/>
            <a:ext cx="2606040" cy="347472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54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Page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 tabs, today highlight, priority colors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606040" cy="1828800"/>
          </a:xfrm>
          <a:prstGeom prst="rect">
            <a:avLst/>
          </a:prstGeom>
          <a:solidFill>
            <a:srgbClr val="0F28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017520"/>
            <a:ext cx="2606040" cy="34747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3054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45643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bars, low-stock banner, category filters, sort columns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06040" cy="1828800"/>
          </a:xfrm>
          <a:prstGeom prst="rect">
            <a:avLst/>
          </a:prstGeom>
          <a:solidFill>
            <a:srgbClr val="0F284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3017520"/>
            <a:ext cx="2606040" cy="347472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3054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Modal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45643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picker with +/- controls, atomic transaction, success animation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846320"/>
            <a:ext cx="8412480" cy="210312"/>
          </a:xfrm>
          <a:prstGeom prst="rect">
            <a:avLst/>
          </a:prstGeom>
          <a:solidFill>
            <a:srgbClr val="0F28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46320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System: Outfit + DM Sans fonts  •  Navy / Teal / Cyan palette  •  Glassmorphism cards  •  Glow shadows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Analysis &amp; Design Artifacts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886200"/>
          </a:xfrm>
          <a:prstGeom prst="rect">
            <a:avLst/>
          </a:prstGeom>
          <a:solidFill>
            <a:srgbClr val="0F284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977640" cy="384048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Specifications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81328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Scope &amp; Idea Document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Software Requirements Specification (SRS)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→  25 Functional Requirements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→  7 Non-Functional Requirements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Plan (Phase 3)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Project Report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Presentation
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3977640" cy="3886200"/>
          </a:xfrm>
          <a:prstGeom prst="rect">
            <a:avLst/>
          </a:prstGeom>
          <a:solidFill>
            <a:srgbClr val="0F284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005840"/>
            <a:ext cx="3977640" cy="384048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241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&amp; Wireframes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5192" y="1481328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Case Diagram  (21 use cases, 3 actors)
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Architecture Diagram  (3-tier)
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Diagram  (5 entities + services)
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Sequence Diagram  (2 critical flows)
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Entity Relationship Diagram  (5 entities)
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 Wireframes  (7 screens)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Firestore Schema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3291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uid, email,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UID = Document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patients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firstName, lastName, bloodType, 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patient → many appointments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appointments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patientId, date, status, 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appointment → 1 examination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inventory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quantity, threshold,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examinations consume 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examinations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diagnosis, prescription, usedSupplies[]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appointment + inventory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A2E2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Firestore NoSQL uses denormalization — patientName stored directly in appointments to avoid join queries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Test Plan &amp; Results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5943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18872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T1: Authentication &amp; Roles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T2: Patient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T3: Appointment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T4: Examination &amp; Transaction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T5: Inventory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T6: Dashboard &amp; Statistics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T7: UI/UX &amp; Navigation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/ 44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005840"/>
            <a:ext cx="2377440" cy="3840480"/>
          </a:xfrm>
          <a:prstGeom prst="rect">
            <a:avLst/>
          </a:prstGeom>
          <a:solidFill>
            <a:srgbClr val="071A1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92240" y="1005840"/>
            <a:ext cx="2377440" cy="384048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1024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Test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0" y="1508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TC-4.1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Transaction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→ 47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examination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58000" y="3063240"/>
            <a:ext cx="1097280" cy="109728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3063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1828800"/>
          </a:xfrm>
          <a:prstGeom prst="rect">
            <a:avLst/>
          </a:prstGeom>
          <a:solidFill>
            <a:srgbClr val="0F284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776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Management Without a 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custom claims need Admin SDK — server-only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88720" y="19659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roles in Firestore users collection, read on every auth change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3977640" cy="1828800"/>
          </a:xfrm>
          <a:prstGeom prst="rect">
            <a:avLst/>
          </a:prstGeom>
          <a:solidFill>
            <a:srgbClr val="0F284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39776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4300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Multi-Document Transaction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6459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Decrementing multiple items must be all-or-nothing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19933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0" y="19659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runTransaction() — reads first, validates, then writes atomically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3977640" cy="1828800"/>
          </a:xfrm>
          <a:prstGeom prst="rect">
            <a:avLst/>
          </a:prstGeom>
          <a:solidFill>
            <a:srgbClr val="0F28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17520"/>
            <a:ext cx="3977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1546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Deployment Error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6576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88720" y="36576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 is gitignored — Vercel had no Firebase credentials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0050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88720" y="3977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6 VITE_FIREBASE_* env vars directly in Vercel dashboard settings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017520"/>
            <a:ext cx="3977640" cy="1828800"/>
          </a:xfrm>
          <a:prstGeom prst="rect">
            <a:avLst/>
          </a:prstGeom>
          <a:solidFill>
            <a:srgbClr val="0F2847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017520"/>
            <a:ext cx="39776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15468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Without a Backend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36576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0" y="36576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seed script available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00600" y="40050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0" y="3977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Setup page with one-click in-browser database seeder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Demonstration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703320"/>
          </a:xfrm>
          <a:prstGeom prst="rect">
            <a:avLst/>
          </a:prstGeom>
          <a:solidFill>
            <a:srgbClr val="0F284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384048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2412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50876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27048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Show dashboard with stats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2532888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551176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patient (all fields)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3557016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575304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 for today (Urgent priority)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18688" y="1005840"/>
            <a:ext cx="2651760" cy="3703320"/>
          </a:xfrm>
          <a:prstGeom prst="rect">
            <a:avLst/>
          </a:prstGeom>
          <a:solidFill>
            <a:srgbClr val="0F284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005840"/>
            <a:ext cx="2651760" cy="384048"/>
          </a:xfrm>
          <a:prstGeom prst="rect">
            <a:avLst/>
          </a:prstGeom>
          <a:solidFill>
            <a:srgbClr val="14B8A6">
              <a:alpha val="7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02412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150876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13048" y="1527048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→ Login as Doctor → See today's schedule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532888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13048" y="2551176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Examine → Enter diagnosis → Select 2 supplies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557016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13048" y="3575304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Examination → Watch success animation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71616" y="1005840"/>
            <a:ext cx="2651760" cy="3703320"/>
          </a:xfrm>
          <a:prstGeom prst="rect">
            <a:avLst/>
          </a:prstGeom>
          <a:solidFill>
            <a:srgbClr val="0F28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71616" y="1005840"/>
            <a:ext cx="2651760" cy="38404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1024128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36208" y="150876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65976" y="1527048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→ Login as Inventory Manager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36208" y="253288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65976" y="2551176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decremented quantities in inventory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36208" y="355701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65976" y="3575304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low-stock alerts → Add new item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754880"/>
            <a:ext cx="8412480" cy="301752"/>
          </a:xfrm>
          <a:prstGeom prst="rect">
            <a:avLst/>
          </a:prstGeom>
          <a:solidFill>
            <a:srgbClr val="071A1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754880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github.com/pola-Mamdouh/clinic-inventory-system  •  Live: Deployed on Vercel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46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474720"/>
          </a:xfrm>
          <a:prstGeom prst="rect">
            <a:avLst/>
          </a:prstGeom>
          <a:solidFill>
            <a:srgbClr val="0F284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977640" cy="384048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Met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 integrated modules with real-time data exchange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Role-based access control for 3 user types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Atomic transaction guaranteeing inventory integrity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SDLC documentation (all phases)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44 test cases — 100% pass rate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production deployment on Vercel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3977640" cy="3474720"/>
          </a:xfrm>
          <a:prstGeom prst="rect">
            <a:avLst/>
          </a:prstGeom>
          <a:solidFill>
            <a:srgbClr val="0F284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005840"/>
            <a:ext cx="3977640" cy="384048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241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81328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Atomic transactions in distributed databases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Firebase Authentication + Firestore integration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Role-based architecture design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Vercel deployment + environment variables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Complete SDLC: requirements → production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Idempotent operations improve reliability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4617720"/>
            <a:ext cx="8412480" cy="438912"/>
          </a:xfrm>
          <a:prstGeom prst="rect">
            <a:avLst/>
          </a:prstGeom>
          <a:solidFill>
            <a:srgbClr val="0A2E2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6177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MediCore ERP — From Requirements to Production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486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254203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MediCore ERP — Clinic Management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535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295351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Lab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36499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336499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github.com/pola-Mamdouh/clinic-inventory-system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7764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7764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receptionist@clinic.com  •  doctor@clinic.com  •  inventory@clinic.com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1879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418795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clinic123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617720"/>
            <a:ext cx="4114800" cy="384048"/>
          </a:xfrm>
          <a:prstGeom prst="rect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177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MediCore ERP — Clinic Management System</dc:title>
  <dc:subject>PptxGenJS Presentation</dc:subject>
  <dc:creator>Software Engineering Lab</dc:creator>
  <cp:lastModifiedBy>Software Engineering Lab</cp:lastModifiedBy>
  <cp:revision>1</cp:revision>
  <dcterms:created xsi:type="dcterms:W3CDTF">2026-04-18T02:19:47Z</dcterms:created>
  <dcterms:modified xsi:type="dcterms:W3CDTF">2026-04-18T02:19:47Z</dcterms:modified>
</cp:coreProperties>
</file>